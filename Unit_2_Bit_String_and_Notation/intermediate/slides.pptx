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2: Intermediate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Advanced Bit Equations &amp; Expression Trees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Intermediate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Advanced Bit-String Equations &amp; Unknown Masks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Prefix/Postfix with Unary Minus (@) &amp; Relational Operators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"What Does This Program Do?" (String Parsing &amp; Prefix Sums)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Contest 2 Programming Blueprint (Stack Evaluators)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Advanced Bit-String Equations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Modulo Reduction for Shifts &amp; Circs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For any string of length n: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\text{LCIRC-}k = \text{LCIRC-}(k \bmod n)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\text{RCIRC-}k = \text{RCIRC-}(k \bmod 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57C00"/>
                </a:solidFill>
              </a:defRPr>
            </a:pPr>
            <a:r>
              <a:t>Example: Length 5 String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\text{LCIRC-13 } (10110) = \text{LCIRC-}(13 \bmod 5) = \text{LCIRC-3 } (10110) = \mathbf{10101}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Unary Minus &amp; Relational Operators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Unary Operator @ and Booleans in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ACSL frequently uses @ for Unary Minus (single operand) and relational operators (&lt;, &gt;, =):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+ \ * \ &gt; \ 5 \ 3 \ 4 \ @ \ 6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Notice &gt; \ 5 \ 3 \implies 5 &gt; 3 is True (1).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Notice @ \ 6 \implies \mathbf{-6}.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Expression: + \ * \ 1 \ 4 \ (-6)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4. * \ 1 \ 4 \implies 4.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5. + \ 4 \ (-6) \implies \mathbf{-2}.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 &amp; 4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Contest 2 Programming Problem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Stack-Based Postfix Evaluator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def eval_postfix(tokens):</a:t>
            </a:r>
            <a:br/>
            <a:r>
              <a:t>    stack = []</a:t>
            </a:r>
            <a:br/>
            <a:r>
              <a:t>    for t in tokens:</a:t>
            </a:r>
            <a:br/>
            <a:r>
              <a:t>        if t.isdigit():</a:t>
            </a:r>
            <a:br/>
            <a:r>
              <a:t>            stack.append(int(t))</a:t>
            </a:r>
            <a:br/>
            <a:r>
              <a:t>        elif t == '@':</a:t>
            </a:r>
            <a:br/>
            <a:r>
              <a:t>            stack.append(-stack.pop())</a:t>
            </a:r>
            <a:br/>
            <a:r>
              <a:t>        else:</a:t>
            </a:r>
            <a:br/>
            <a:r>
              <a:t>            b, a = stack.pop(), stack.pop()</a:t>
            </a:r>
            <a:br/>
            <a:r>
              <a:t>            if t == '+': stack.append(a + b)</a:t>
            </a:r>
            <a:br/>
            <a:r>
              <a:t>            elif t == '-': stack.append(a - b)</a:t>
            </a:r>
            <a:br/>
            <a:r>
              <a:t>            elif t == '*': stack.append(a * b)</a:t>
            </a:r>
            <a:br/>
            <a:r>
              <a:t>            elif t == '/': stack.append(int(a / b))</a:t>
            </a:r>
            <a:br/>
            <a:r>
              <a:t>            elif t == '^': stack.append(a ** b)</a:t>
            </a:r>
            <a:br/>
            <a:r>
              <a:t>    return stack[0]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