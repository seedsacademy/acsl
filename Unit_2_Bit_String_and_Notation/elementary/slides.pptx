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2: Elementary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Prefix &amp; Postfix Notations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Unit 2 Elementary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Intro to Polish &amp; Reverse Polish Notations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Evaluating Compound Prefix &amp; Postfix Expressions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Converting Infix \leftrightarrow Prefix/Postfix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String Loops in Pseudocode &amp; Contest 2 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What is Prefix and Postfix?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Three Mathematical 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Every math expression has operands (numbers) and operators (+, -, *, /):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Infix: Operator in the middle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3 + 4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Prefix (Polish): Operator in front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+ \ 3 \ 4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Postfix (Reverse Polish): Operator in the back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3 \ 4 \ +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All three evaluate to 7!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Warning: Division &amp; Subtraction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In addition and multiplication, order doesn't change the answer (3+4 = 4+3).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In subtraction and division, ORDER MATTERS!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\begin{aligned}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 8 \ 3 &amp;\implies 8 - 3 = \mathbf{5}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8 \ 3 \ - &amp;\implies 8 - 3 = \mathbf{5}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/ \ 12 \ 4 &amp;\implies 12 / 4 = \mathbf{3}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12 \ 4 \ / &amp;\implies 12 / 4 = \mathbf{3}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\end{aligned}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Rule: The FIRST number comes first in the calculation!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Underline Evaluation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to Evaluate Prefix: Scan Right \rightarrow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Find the first operator immediately followed by two numbers: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+ \ * \ 2 \ 3 \ - \ 8 \ 4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Notice - \ 8 \ 4 \implies 8 - 4 = \mathbf{4}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Expression: + \ * \ 2 \ 3 \ \mathbf{4}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Notice * \ 2 \ 3 \implies 2 \times 3 = \mathbf{6}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Expression: + \ \mathbf{6} \ \mathbf{4}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Evaluate + \ 6 \ 4 = \mathbf{10}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to Evaluate Postfix: Scan Left \rightarrow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Find the first two numbers followed by an operator: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8 \ 2 \ / \ 5 \ * \ 3 \ -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First pair: 8 \ 2 \ / \implies 8 / 2 = \mathbf{4}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Expression: \mathbf{4} \ 5 \ * \ 3 \ -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Next pair: 4 \ 5 \ * \implies 4 \times 5 = \mathbf{20}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Expression: \mathbf{20} \ 3 \ -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Next pair: 20 \ 3 \ - \implies 20 - 3 = \mathbf{17}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Full Parenthesization Secret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Converting Infix \rightarrow Postfix in 2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Problem: Convert (A + B) * (C - D) to Postfix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Step 1: Fully parenthesize by PEMDAS: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((A + B) * (C - D))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Step 2: Move each operator to its matching RIGHT parenthesis: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(A + B) \rightarrow (A \ B \ \mathbf{+})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(C - D) \rightarrow (C \ D \ \mathbf{-})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((AB+)  (CD-)) \rightarrow ((AB+) (CD-) \ \mathbf{})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Erase parentheses: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\mathbf{A \ B \ + \ C \ D \ - \ *}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