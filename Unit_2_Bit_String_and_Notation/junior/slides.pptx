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2: Junior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Bit-String Flicking &amp; Expression Parsing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Junior Syllabus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Bit-String Flicking Fundamentals &amp; Precedence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Shifts, Circular Rotates &amp; Solving Equations for X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Infix \leftrightarrow Postfix / Prefix &amp; Stack Evaluation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Pseudocode String Transforms &amp; Contest 2 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Bit-String Flicking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 Bitwise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Operate bit-by-bit simultaneously on strings of the same length: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A    B    \text{NOT } A    A \text{ AND } B    A \text{ OR } B    A \text{ XOR } B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0    0    1    0    0    0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0    1    1    0    1    1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1    0    0    0    1    1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1    1    0    1    1    0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🔥 ACSL Official Precedence: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\mathbf{(Parentheses) \rightarrow NOT \rightarrow AND \rightarrow XOR \rightarrow OR}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2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Shifting, Rotating &amp; Equations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Shifts vs. Circular Rotates (Length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Let B = \mathbf{10110}: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\mathbf{LSHIFT-2}(10110) = \mathbf{11000}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(Pushes in zeros from right; discards left 2 bits)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\mathbf{RSHIFT-2}(10110) = \mathbf{00101}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(Pushes in zeros from left; discards right 2 bits)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\mathbf{LCIRC-2}(10110) = \mathbf{11010}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(First 2 bits wrap around to the back)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\mathbf{RCIRC-2}(10110) = \mathbf{10101}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(Last 2 bits wrap around to the front)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2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Solving Bit Equations: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Find all 5-bit strings X that satisfy: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(\text{LSHIFT-1 } X) \text{ AND } 10110 = 00100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Let X = x_1 x_2 x_3 x_4 x_5.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\text{LSHIFT-1 } X = x_2 x_3 x_4 x_5 0.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Bit comparison with 10110: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Bit 1: x_2 \land 1 = 0 \implies x_2 = \mathbf{0}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Bit 2: x_3 \land 0 = 0 \implies x_3 = \mathbf{*} (can be 0 or 1)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Bit 3: x_4 \land 1 = 1 \implies x_4 = \mathbf{1}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Bit 4: x_5 \land 1 = 0 \implies x_5 = \mathbf{0}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Bit 5: 0 \land 0 = 0 (Holds)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x_1 was shifted away: x_1 = \mathbf{*}!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4. Result: X = 010 \implies \mathbf{4 \text{ solutions}} (00010, 00110, 10010, 10110).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