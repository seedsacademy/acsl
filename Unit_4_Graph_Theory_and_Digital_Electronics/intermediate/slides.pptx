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4 •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🚀 ACSL Contest 4: Intermediate Division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Matrix Powers, Adders &amp; ACSL Assembly</a:t>
            </a:r>
          </a:p>
          <a:p>
            <a:pPr>
              <a:spcAft>
                <a:spcPts val="800"/>
              </a:spcAft>
              <a:defRPr sz="1800">
                <a:solidFill>
                  <a:srgbClr val="B0BECD"/>
                </a:solidFill>
              </a:defRPr>
            </a:pPr>
            <a:r>
              <a:t>4-Class Master Slide Deck (4 × 90 Minutes)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4 | Intermediate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📌 Intermediate Syllabus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1: Matrix Powers (A^k), Walks of Length k &amp; Planarity (V-E+F=2)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2: Half-Adders, Full-Adders &amp; Combinational Synthesis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3: Official ACSL Assembly Language Emulation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4: Contest 4 Programming Challenge &amp; Final Comprehensive Mock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Intermediate Division • 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4 •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🌟 Class 1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The Matrix Power Walk Theorem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4 | Intermediate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Matrix Powers Count Walks!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If A is the 0/1 adjacency matrix of graph G: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(A^k)_{i, j} = \text{The exact number of walks of length } k \text{ from vertex } i \text{ to vertex } j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00695C"/>
                </a:solidFill>
              </a:defRPr>
            </a:pPr>
            <a:r>
              <a:t>Special Diagonal Property: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(A^2)_{i, i} = \text{deg}(v_i)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(In an undirected graph with no self-loops, the diagonal of A^2 gives the degree of each vertex!)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Intermediate Division • 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4 •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🌟 Class 2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Digital Adders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4 | Intermediate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Half-Adder vs. Full-Adder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00695C"/>
                </a:solidFill>
              </a:defRPr>
            </a:pPr>
            <a:r>
              <a:t>Half-Adder (Adds 2 bits A, B):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\mathbf{\text{Sum } S = A \oplus B}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\mathbf{\text{Carry } C = A \cdot B}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00695C"/>
                </a:solidFill>
              </a:defRPr>
            </a:pPr>
            <a:r>
              <a:t>Full-Adder (Adds 3 bits A, B, C_{in}):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\mathbf{\text{Sum } S = A \oplus B \oplus C_{in}}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\mathbf{\text{Carry-out } C_{out} = A B + C_{in}(A \oplus B)}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Physical hardware uses 2 Half-Adders and 1 OR gate to make 1 Full-Adder!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Intermediate Division • Page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4 •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🌟 Class 3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Official ACSL Assembly Language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4 | Intermediate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ACSL Assembly Opcodes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37474F"/>
                </a:solidFill>
                <a:latin typeface="Consolas"/>
              </a:defRPr>
            </a:pPr>
            <a:r>
              <a:t>Opcode    Meaning    Action</a:t>
            </a:r>
          </a:p>
          <a:p>
            <a:pPr>
              <a:spcAft>
                <a:spcPts val="200"/>
              </a:spcAft>
              <a:defRPr sz="1300">
                <a:solidFill>
                  <a:srgbClr val="37474F"/>
                </a:solidFill>
                <a:latin typeface="Consolas"/>
              </a:defRPr>
            </a:pPr>
            <a:r>
              <a:t>LOAD X    Load    \text{ACC} = X</a:t>
            </a:r>
          </a:p>
          <a:p>
            <a:pPr>
              <a:spcAft>
                <a:spcPts val="200"/>
              </a:spcAft>
              <a:defRPr sz="1300">
                <a:solidFill>
                  <a:srgbClr val="37474F"/>
                </a:solidFill>
                <a:latin typeface="Consolas"/>
              </a:defRPr>
            </a:pPr>
            <a:r>
              <a:t>STORE X    Store    \text{memory}[X] = \text{ACC}</a:t>
            </a:r>
          </a:p>
          <a:p>
            <a:pPr>
              <a:spcAft>
                <a:spcPts val="200"/>
              </a:spcAft>
              <a:defRPr sz="1300">
                <a:solidFill>
                  <a:srgbClr val="37474F"/>
                </a:solidFill>
                <a:latin typeface="Consolas"/>
              </a:defRPr>
            </a:pPr>
            <a:r>
              <a:t>ADD X    Add    \text{ACC} = \text{ACC} + X</a:t>
            </a:r>
          </a:p>
          <a:p>
            <a:pPr>
              <a:spcAft>
                <a:spcPts val="200"/>
              </a:spcAft>
              <a:defRPr sz="1300">
                <a:solidFill>
                  <a:srgbClr val="37474F"/>
                </a:solidFill>
                <a:latin typeface="Consolas"/>
              </a:defRPr>
            </a:pPr>
            <a:r>
              <a:t>SUB X    Subtract    \text{ACC} = \text{ACC} - X</a:t>
            </a:r>
          </a:p>
          <a:p>
            <a:pPr>
              <a:spcAft>
                <a:spcPts val="200"/>
              </a:spcAft>
              <a:defRPr sz="1300">
                <a:solidFill>
                  <a:srgbClr val="37474F"/>
                </a:solidFill>
                <a:latin typeface="Consolas"/>
              </a:defRPr>
            </a:pPr>
            <a:r>
              <a:t>MULT X    Multiply    \text{ACC} = \text{ACC} \times X</a:t>
            </a:r>
          </a:p>
          <a:p>
            <a:pPr>
              <a:spcAft>
                <a:spcPts val="200"/>
              </a:spcAft>
              <a:defRPr sz="1300">
                <a:solidFill>
                  <a:srgbClr val="37474F"/>
                </a:solidFill>
                <a:latin typeface="Consolas"/>
              </a:defRPr>
            </a:pPr>
            <a:r>
              <a:t>DIV X    Integer Divide    \text{ACC} = \text{ACC} // X</a:t>
            </a:r>
          </a:p>
          <a:p>
            <a:pPr>
              <a:spcAft>
                <a:spcPts val="200"/>
              </a:spcAft>
              <a:defRPr sz="1300">
                <a:solidFill>
                  <a:srgbClr val="37474F"/>
                </a:solidFill>
                <a:latin typeface="Consolas"/>
              </a:defRPr>
            </a:pPr>
            <a:r>
              <a:t>BG LABEL    Branch if Greater    Jump if \text{ACC} &gt; 0</a:t>
            </a:r>
          </a:p>
          <a:p>
            <a:pPr>
              <a:spcAft>
                <a:spcPts val="200"/>
              </a:spcAft>
              <a:defRPr sz="1300">
                <a:solidFill>
                  <a:srgbClr val="37474F"/>
                </a:solidFill>
                <a:latin typeface="Consolas"/>
              </a:defRPr>
            </a:pPr>
            <a:r>
              <a:t>BE LABEL    Branch if Equal    Jump if \text{ACC} = 0</a:t>
            </a:r>
          </a:p>
          <a:p>
            <a:pPr>
              <a:spcAft>
                <a:spcPts val="200"/>
              </a:spcAft>
              <a:defRPr sz="1300">
                <a:solidFill>
                  <a:srgbClr val="37474F"/>
                </a:solidFill>
                <a:latin typeface="Consolas"/>
              </a:defRPr>
            </a:pPr>
            <a:r>
              <a:t>BL LABEL    Branch if Less    Jump if \text{ACC} &lt; 0</a:t>
            </a:r>
          </a:p>
          <a:p>
            <a:pPr>
              <a:spcAft>
                <a:spcPts val="200"/>
              </a:spcAft>
              <a:defRPr sz="1300">
                <a:solidFill>
                  <a:srgbClr val="37474F"/>
                </a:solidFill>
                <a:latin typeface="Consolas"/>
              </a:defRPr>
            </a:pPr>
            <a:r>
              <a:t>BU LABEL    Branch Unconditional    Always jump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Intermediate Division • Page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