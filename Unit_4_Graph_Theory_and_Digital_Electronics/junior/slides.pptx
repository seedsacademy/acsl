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4: Junior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Eulerian Graphs &amp; Digital Logic Circuits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Junior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Adjacency Matrices &amp; Eulerian Circuits / Paths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The 7 Standard Digital Logic Gates &amp; Circuit Tracing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Circuit Minimization with Boolean Algebra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Graph Pseudocode &amp; Contest 4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Euler's Famous Graph Theorems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Eulerian Circuit vs. Eulerian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Type    Definition    Condition (Connected Graph)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Eulerian Circuit    Traverses every edge once; starts &amp; ends at same vertex    ALL vertices have EVEN degree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Eulerian Trail/Path    Traverses every edge once; starts &amp; ends at different vertices    Exactly TWO vertices have ODD degree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Tutor Tip: The path MUST start at one of the odd vertices and terminate at the other!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7 Digital Logic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Logic Gate Symbol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AND: Curved front, flat back (A \cdot B)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OR: Pointed front, curved back (A + B)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NOT: Triangle with inversion bubble (\overline{A})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XOR: Pointed front, double curved back (A \oplus B)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NAND: AND gate with bubble (\overline{A \cdot B})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NOR: OR gate with bubble (\overline{A + B})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XNOR: XOR gate with bubble (\overline{A \oplus B})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