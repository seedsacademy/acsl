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🚀 ACSL Contest 4: Elementary Division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Graph Theory Foundations</a:t>
            </a:r>
          </a:p>
          <a:p>
            <a:pPr>
              <a:spcAft>
                <a:spcPts val="800"/>
              </a:spcAft>
              <a:defRPr sz="1800">
                <a:solidFill>
                  <a:srgbClr val="B0BECD"/>
                </a:solidFill>
              </a:defRPr>
            </a:pPr>
            <a:r>
              <a:t>4-Class Master Slide Deck (4 × 90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📌 Unit 4 Elementary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1: Vertices, Edges &amp; Directed vs Undirected Graphs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2: Degrees of Vertices &amp; The Magic Handshaking Lemma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3: Walks, Paths, Cycles &amp; Adjacency Lists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Class 4: Graph Grids in Pseudocode &amp; Contest 4 Mock Exam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347472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ACSL • Unit 4 • ELEMENTARY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🌟 Class 1 &amp; 2</a:t>
            </a:r>
          </a:p>
          <a:p>
            <a:pPr>
              <a:spcAft>
                <a:spcPts val="1000"/>
              </a:spcAft>
              <a:defRPr sz="2400" b="1">
                <a:solidFill>
                  <a:srgbClr val="C8E1FF"/>
                </a:solidFill>
              </a:defRPr>
            </a:pPr>
            <a:r>
              <a:t>The Handshaking Lemma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BDEFB"/>
                </a:solidFill>
              </a:defRPr>
            </a:pPr>
            <a:r>
              <a:t>Unit 4 | Elementary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Handshaking 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\sum \text{deg}(v) = 2 \times E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Degree: Number of edges connected to a vertex.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Why 2 \times E?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Every edge has 2 endpoints!</a:t>
            </a:r>
          </a:p>
          <a:p>
            <a:pPr>
              <a:spcAft>
                <a:spcPts val="400"/>
              </a:spcAft>
              <a:defRPr sz="1500">
                <a:solidFill>
                  <a:srgbClr val="263238"/>
                </a:solidFill>
              </a:defRPr>
            </a:pPr>
            <a:r>
              <a:t>•  Each edge adds 1 to the degree of two vertices.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🔥 The Big Rule: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The sum of all degrees in any graph is ALWAYS EVEN!</a:t>
            </a:r>
          </a:p>
          <a:p>
            <a:pPr>
              <a:spcAft>
                <a:spcPts val="600"/>
              </a:spcAft>
              <a:defRPr sz="1500">
                <a:solidFill>
                  <a:srgbClr val="263238"/>
                </a:solidFill>
              </a:defRPr>
            </a:pPr>
            <a:r>
              <a:t>(If a question gives an odd sum, the graph is impossible!)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A4AE"/>
                </a:solidFill>
              </a:defRPr>
            </a:pPr>
            <a:r>
              <a:t>ACSL Tutoring Program • Elementary Division • Page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