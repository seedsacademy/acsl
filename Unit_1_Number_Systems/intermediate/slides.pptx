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1: Intermediate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Two's Complement, Nested Recursion &amp; Advanced Tracing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Intermediate Syllabus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Two's Complement Signed Arithmetic &amp; Repeating Fractions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Complex &amp; Nested Recursion (Ackermann &amp; Memoization)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"What Does This Program Do?" (Matrix Loops &amp; String Encryptions)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Contest 1 Programming Architecture &amp; 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Two's Complement Signed Representation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Two's Complement: The Gold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Why Two's Complement?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Avoids negative zero (+0 and -0).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Hardware adder circuits can subtract simply by adding!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How to Negate an n-bit Integer: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Write the positive number with leading zeros.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Invert all bits (0 \leftrightarrow 1).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Add 1.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Shortcut: From right to left, keep all zeros and the very first 1 unchanged. Invert all bits to the left of that 1!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Example: Find -43_{10} in 8-bit Two's Complement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+43_{10} = 00101011_2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Invert all bits: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\sim (00101011) = 11010100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Add 1: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11010100 + 1 = \mathbf{11010101_2} = \mathbf{D5_{16}}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Decoding Negative Two's Complement: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If MSB is 1, it is negative.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Positional weight of MSB is -2^{n-1} (-128 for 8-bit).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Value of \text{D}5_{16} = -128 + 64 + 16 + 4 + 1 = \mathbf{-43_{10}}.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2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Nested Recursion &amp; Cycle Recognition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Tackling Nested Recursive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f(x) = \begin{cases} x - 3 &amp; \text{if } x &gt; 20 \\ f(f(x + 5)) &amp; \text{if } x \le 20 \end{cases}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Speed Strategy: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Don't trace blindly from f(12)!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Compute known values just above the threshold: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f(21)=18, f(22)=19, f(23)=20, f(24)=21, f(25)=22.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Compute backwards near the boundary: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f(20) = f(f(25)) = f(22) = 19.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f(19) = f(f(24)) = f(21) = 18.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f(18) = f(f(23)) = f(20) = 19.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4. Identify the Invariant: Even inputs yield 19, odd yield 18!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\mathbf{f(12) = 19}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3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Intermediate Pseudocode Tracing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2D Matrix Anti-Diagonal &amp; State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DIM M(3, 3)</a:t>
            </a:r>
            <a:br/>
            <a:r>
              <a:t>FOR I = 1 TO 3</a:t>
            </a:r>
            <a:br/>
            <a:r>
              <a:t>  FOR J = 1 TO 3</a:t>
            </a:r>
            <a:br/>
            <a:r>
              <a:t>    M(I, J) = (I * J) MOD 4</a:t>
            </a:r>
            <a:br/>
            <a:r>
              <a:t>  NEXT J</a:t>
            </a:r>
            <a:br/>
            <a:r>
              <a:t>NEXT I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I \setminus J    J=1    J=2    J=3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I=1    1 \pmod 4 = 1    2 \pmod 4 = 2    3 \pmod 4 = 3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I=2    2 \pmod 4 = 2    4 \pmod 4 = 0    6 \pmod 4 = 2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I=3    3 \pmod 4 = 3    6 \pmod 4 = 2    9 \pmod 4 = 1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Anti-diagonal: M(1,3) + M(2,2) + M(3,1) = 3 + 0 + 3 = \mathbf{6}.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4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Contest 1 Programming Problem Strategy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Contest 1 Programming: Common Archetypes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Base Converter Engine: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Parse input number string (careful with fractions!).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Convert to decimal floating point or fraction.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Convert to target base with custom digit alphabet "0123456789ABCDEFGHIJKLMNOPQRSTUVWXYZ".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Key Python Snippet:</a:t>
            </a:r>
          </a:p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   def int_to_base(n, b):</a:t>
            </a:r>
            <a:br/>
            <a:r>
              <a:t>       if n == 0: return "0"</a:t>
            </a:r>
            <a:br/>
            <a:r>
              <a:t>       digits = "0123456789ABCDEFGHIJKLMNOPQRSTUVWXYZ"</a:t>
            </a:r>
            <a:br/>
            <a:r>
              <a:t>       res = []</a:t>
            </a:r>
            <a:br/>
            <a:r>
              <a:t>       while n &gt; 0:</a:t>
            </a:r>
            <a:br/>
            <a:r>
              <a:t>           res.append(digits[n % b])</a:t>
            </a:r>
            <a:br/>
            <a:r>
              <a:t>           n //= b</a:t>
            </a:r>
            <a:br/>
            <a:r>
              <a:t>       return "".join(reversed(res))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