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ELEMENTARY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🚀 ACSL Contest 1: Elementary Division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Computer Number Systems &amp; Program Logic</a:t>
            </a:r>
          </a:p>
          <a:p>
            <a:pPr>
              <a:spcAft>
                <a:spcPts val="800"/>
              </a:spcAft>
              <a:defRPr sz="1800">
                <a:solidFill>
                  <a:srgbClr val="B0BECD"/>
                </a:solidFill>
              </a:defRPr>
            </a:pPr>
            <a:r>
              <a:t>4-Class Master Slide Deck (4 × 90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📌 Unit 1 Curriculum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1: The Magic of Base 2 (Binary &amp; Decimal Conversions)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2: Octal &amp; Hexadecimal (3-Bit and 4-Bit Grouping Secrets)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3: Computer Arithmetic (Binary Addition &amp; Borrowing)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4: "What Does This Program Do?" (Trace Tables &amp; Mock Contest)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ELEMENTARY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1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The Magic of Base 2 (Binary &amp; Decimal)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Why Do Computers Use Binary?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Inside a computer CPU are billions of microscopic transistors.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Each transistor acts like a light switch: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OFF = 0 (Low voltage)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ON = 1 (High voltage)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A single 0 or 1 is called a bit (binary digit).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A group of 8 bits is called a byte.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Positional Notation: Base 10 vs. Base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1565C0"/>
                </a:solidFill>
              </a:defRPr>
            </a:pPr>
            <a:r>
              <a:t>In Base 10 (Decimal):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543 = 5 \times 10^2 + 4 \times 10^1 + 3 \times 10^0 = 500 + 40 + 3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1565C0"/>
                </a:solidFill>
              </a:defRPr>
            </a:pPr>
            <a:r>
              <a:t>In Base 2 (Binary):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Each position is a Power of 2!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2^5    2^4    2^3    2^2    2^1    2^0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32    16    8    4    2    1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💡 Converting Binary \rightarrow Decimal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1565C0"/>
                </a:solidFill>
              </a:defRPr>
            </a:pPr>
            <a:r>
              <a:t>Worked Example: Convert 11011_2 to Base 10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Align the bits with the powers of 2: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\begin{array}{ccccc} 16 &amp; 8 &amp; 4 &amp; 2 &amp; 1 \\ \mathbf{1} &amp; \mathbf{1} &amp; \mathbf{0} &amp; \mathbf{1} &amp; \mathbf{1} \end{array}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Add the numbers that have a 1 underneath: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\text{Sum} = 16 + 8 + 0 + 2 + 1 = \mathbf{27_{10}}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🎯 Rule: If the bit is 1, take the weight. If 0, skip 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💡 Converting Decimal \rightarrow Binary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1565C0"/>
                </a:solidFill>
              </a:defRPr>
            </a:pPr>
            <a:r>
              <a:t>The "Largest Power of 2" Subtraction Trick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Convert 53_{10} to Binary: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Largest power \le 53 is 32: 53 - 32 = 21 \implies \text{bit } 32 = \mathbf{1}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Largest power \le 21 is 16: 21 - 16 = 5 \implies \text{bit } 16 = \mathbf{1}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Does 8 fit into 5? No! \implies \text{bit } 8 = \mathbf{0}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4. Largest power \le 5 is 4: 5 - 4 = 1 \implies \text{bit } 4 = \mathbf{1}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5. Does 2 fit into 1? No! \implies \text{bit } 2 = \mathbf{0}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6. Largest power \le 1 is 1: 1 - 1 = 0 \implies \text{bit } 1 = \mathbf{1}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Result: 110101_2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ELEMENTARY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2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Octal &amp; Hexadecimal Grouping Tricks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Hexadecimal Letters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Because base 16 needs 16 single symbols, we use letters for values 10 to 15: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\mathbf{A = 10} \quad \mathbf{B = 11} \quad \mathbf{C = 12}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\mathbf{D = 13} \quad \mathbf{E = 14} \quad \mathbf{F = 15}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⚡ Tutor Speed Tip: Always write A=10 through F=15 at the top of your test sheet immediately!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Magical Grouping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2^3 = 8 \implies 1 Octal digit = 3 Binary bits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2^4 = 16 \implies 1 Hexadecimal digit = 4 Binary bits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1565C0"/>
                </a:solidFill>
              </a:defRPr>
            </a:pPr>
            <a:r>
              <a:t>Converting Binary \rightarrow Octal: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Group into sets of 3 bits from right to left!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11010110_2 \rightarrow (011)(010)(110)_2 = \mathbf{326_8}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1565C0"/>
                </a:solidFill>
              </a:defRPr>
            </a:pPr>
            <a:r>
              <a:t>Converting Binary \rightarrow Hexadecimal: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Group into sets of 4 bits from right to left!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11010110_2 \rightarrow (1101)(0110)_2 = \mathbf{D6_{16}}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"Binary Bridge" (Octal \leftrightarrow Hex)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Never convert Octal to Hex through Base 10! Always use Binary in between: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\text{Octal} \xleftrightarrow{\text{Group by 3}} \text{Binary} \xleftrightarrow{\text{Group by 4}} \text{Hexadecimal}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1565C0"/>
                </a:solidFill>
              </a:defRPr>
            </a:pPr>
            <a:r>
              <a:t>Example: Convert 75_8 to Hexadecimal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Convert each octal digit to 3 bits: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7 \rightarrow 111, \quad 5 \rightarrow 101 \implies 111101_2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Regroup into 4 bits from the right: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(0011)(1101)_2 = 3 \quad \text{D} \implies \mathbf{3D_{16}}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ELEMENTARY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3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Computer Arithmetic (Binary Addition)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Binary Addition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\begin{aligned}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0 + 0 &amp;= 0 \\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0 + 1 &amp;= 1 \\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1 + 1 &amp;= 10_2 \quad (\text{0 with carry 1}) \\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1 + 1 + 1 &amp;= 11_2 \quad (\text{1 with carry 1})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\end{aligned}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Think: In decimal, 9 + 1 = 10. In binary, 1 + 1 = 10_2!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Binary Addition: 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Add: 101101_2 + 11011_2</a:t>
            </a:r>
          </a:p>
          <a:p>
            <a:pPr>
              <a:spcAft>
                <a:spcPts val="10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    1  1  1  1  1     &lt;-- Carries</a:t>
            </a:r>
            <a:br/>
            <a:r>
              <a:t>    1  0  1  1  0  1  (= 45)</a:t>
            </a:r>
            <a:br/>
            <a:r>
              <a:t> +  0  1  1  0  1  1  (= 27)</a:t>
            </a:r>
            <a:br/>
            <a:r>
              <a:t> --------------------</a:t>
            </a:r>
            <a:br/>
            <a:r>
              <a:t> 1  0  0  1  0  0  0  (= 72)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Check with Decimal: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45 + 27 = 72. 64 + 8 = 72. Perfect match!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1 • ELEMENTARY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4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"What Does This Program Do?" &amp; Trace Tables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How to Build a Trace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Never do code execution in your head! Always draw a Trace Table:</a:t>
            </a:r>
          </a:p>
          <a:p>
            <a:pPr>
              <a:spcAft>
                <a:spcPts val="1000"/>
              </a:spcAft>
              <a:defRPr sz="1300">
                <a:solidFill>
                  <a:srgbClr val="212121"/>
                </a:solidFill>
                <a:latin typeface="Consolas"/>
              </a:defRPr>
            </a:pPr>
            <a:r>
              <a:t>10 X = 2</a:t>
            </a:r>
            <a:br/>
            <a:r>
              <a:t>20 FOR K = 1 TO 3</a:t>
            </a:r>
            <a:br/>
            <a:r>
              <a:t>30   X = X * 2 + 1</a:t>
            </a:r>
            <a:br/>
            <a:r>
              <a:t>40 NEXT K</a:t>
            </a:r>
            <a:br/>
            <a:r>
              <a:t>50 PRINT X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Step / Loop    Formula    X Value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Initial    X = 2    2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K = 1    2 \times 2 + 1    5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K = 2    5 \times 2 + 1    11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K = 3    11 \times 2 + 1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1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Contest Day Tips for ACSL Contest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1. Powers of 2 Checklist: Write down 1, 2, 4, 8, 16, 32, 64, 128, 256, 512, 1024.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2. Padding Zeros: When grouping bits for Octal/Hex, always add leading zeros to the left of the integer.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3. Double-Check Arithmetic: Verify your binary addition by quickly converting to decimal and back.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4. Trace Every Line: In pseudocode questions, update one variable at a time on your scratch paper!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