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1 • JUNIOR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🚀 ACSL Contest 1: Junior Division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Number Systems, Recursion &amp; Pseudocode</a:t>
            </a:r>
          </a:p>
          <a:p>
            <a:pPr>
              <a:spcAft>
                <a:spcPts val="800"/>
              </a:spcAft>
              <a:defRPr sz="1800">
                <a:solidFill>
                  <a:srgbClr val="B0BECD"/>
                </a:solidFill>
              </a:defRPr>
            </a:pPr>
            <a:r>
              <a:t>4-Class Master Slide Deck (4 × 90 Minutes)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Junior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📌 Junior Syllabus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1: Arbitrary Base Conversions (b \in [2, 16]) &amp; Fractional Bases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2: Multi-Base Arithmetic Operations (Octal &amp; Hex directly)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3: Recursive Functions (Tracing Call Stacks &amp; Trees)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4: "What Does This Program Do?" (Arrays, Modulo &amp; Loops)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Junior Division •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1 • JUNIOR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1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Arbitrary Bases &amp; Fractional Conversions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Junior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Positional Expansion in Base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Any number with integer and fractional parts in base b: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N = d_k b^k + \dots + d_1 b^1 + d_0 b^0 + d_{-1} b^{-1} + d_{-2} b^{-2} + \dots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1565C0"/>
                </a:solidFill>
              </a:defRPr>
            </a:pPr>
            <a:r>
              <a:t>Example: Evaluate 243_5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2 \times 5^2 + 4 \times 5^1 + 3 \times 5^0 = 50 + 20 + 3 = \mathbf{73_{10}}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1565C0"/>
                </a:solidFill>
              </a:defRPr>
            </a:pPr>
            <a:r>
              <a:t>Example: Fractional Expansion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0.1011_2 = \frac{1}{2} + \frac{0}{4} + \frac{1}{8} + \frac{1}{16} = \frac{11}{16} = \mathbf{0.6875_{10}}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Junior Division •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Junior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Converting Fractions: Decimal \rightarrow Base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1565C0"/>
                </a:solidFill>
              </a:defRPr>
            </a:pPr>
            <a:r>
              <a:t>Repeated Multiplication Method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Convert 0.625_{10} to Binary: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1. 0.625 \times 2 = \mathbf{1}.25 \implies \text{first bit is } 1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2. Take the fractional remainder: 0.25 \times 2 = \mathbf{0}.5 \implies \text{second bit is } 0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3. 0.5 \times 2 = \mathbf{1}.0 \implies \text{third bit is } 1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4. Remainder is 0 \rightarrow Terminate!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\mathbf{0.625_{10} = 0.101_2}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Junior Division • 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1 • JUNIOR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2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Arithmetic Directly in Bases 8 and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Junior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Hexadecimal Addition: No Base 10 Needed!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Rule: If sum \ge 16, subtract 16 and carry 1.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\begin{array}{r@{\quad}l}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\text{Carries:} &amp; 1 \quad 1 \\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&amp; 3 \quad \text{A} \quad 9_{16} \\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+ &amp; 7 \quad \text{C} \quad 5_{16} \\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\hline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&amp; \mathbf{B} \quad \mathbf{6} \quad \mathbf{E}_{16}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\end{array}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Column 0: 9 + 5 = 14 = \mathbf{\text{E}}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Column 1: 1 + \text{A} + \text{C} = 1 + 10 + 12 = 23 = 16 + 7 \dots wait: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23 - 16 = 7 (Write 7, carry 1) \implies \mathbf{B6E} or check arithmetic!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Junior Division • 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1 • JUNIOR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3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Recursive Functions: Tree Diagrams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Junior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Multi-Branch Recursion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Given: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f(n) = \begin{cases} n &amp; \text{if } n \le 1 \\ f(n-1) + f(n-2) &amp; \text{if } n &gt; 1 \end{cases}</a:t>
            </a:r>
          </a:p>
          <a:p>
            <a:pPr>
              <a:spcAft>
                <a:spcPts val="10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               f(4)</a:t>
            </a:r>
            <a:br/>
            <a:r>
              <a:t>             /      \</a:t>
            </a:r>
            <a:br/>
            <a:r>
              <a:t>         f(3)        f(2)</a:t>
            </a:r>
            <a:br/>
            <a:r>
              <a:t>        /    \      /    \</a:t>
            </a:r>
            <a:br/>
            <a:r>
              <a:t>      f(2)  f(1)  f(1)  f(0)</a:t>
            </a:r>
            <a:br/>
            <a:r>
              <a:t>     /    \</a:t>
            </a:r>
            <a:br/>
            <a:r>
              <a:t>   f(1)  f(0)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Evaluate from the leaves up: f(0)=0, f(1)=1.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f(2) = 1 + 0 = 1.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f(3) = 1 + 1 = 2.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f(4) = 2 + 1 = \mathbf{3}.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Junior Division • 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1 • JUNIOR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4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"What Does This Program Do?" (Junior Level)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Junior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Arrays &amp; Modulo Arithmetic Tracing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DIM A(4)</a:t>
            </a:r>
            <a:br/>
            <a:r>
              <a:t>FOR I = 1 TO 4</a:t>
            </a:r>
            <a:br/>
            <a:r>
              <a:t>  A(I) = (I * 5) MOD 6</a:t>
            </a:r>
            <a:br/>
            <a:r>
              <a:t>NEXT I</a:t>
            </a:r>
            <a:br/>
            <a:r>
              <a:t>PRINT A(2) + A(4)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1. I = 1: A(1) = 5 \pmod 6 = 5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2. I = 2: A(2) = 10 \pmod 6 = 4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3. I = 3: A(3) = 15 \pmod 6 = 3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4. I = 4: A(4) = 20 \pmod 6 = 2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\text{Output: } A(2) + A(4) = 4 + 2 = \mathbf{6}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Junior Division • Page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