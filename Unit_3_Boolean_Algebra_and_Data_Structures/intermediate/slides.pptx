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3: Intermediate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Karnaugh Maps, Tree Theorems &amp; Priority Queues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Intermediate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3 &amp; 4-Variable Karnaugh Maps (K-Maps) Minimization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Tree Properties (L = I + 1), BST Deletions &amp; Binary Heaps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"What Does This Program Do?" (Array-Based Tree Traversal)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Contest 3 Programming Blueprint (BST Rebuilding)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4-Variable Karnaugh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Gray Code Grid (AB rows, CD columns)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Notice: Only 1 bit changes between adjacent rows/columns!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           CD</a:t>
            </a:r>
            <a:br/>
            <a:r>
              <a:t>       00  01  11  10</a:t>
            </a:r>
            <a:br/>
            <a:r>
              <a:t>    +-----------------</a:t>
            </a:r>
            <a:br/>
            <a:r>
              <a:t> 00 |  m0  m1  m3  m2</a:t>
            </a:r>
            <a:br/>
            <a:r>
              <a:t>AB 01 |  m4  m5  m7  m6</a:t>
            </a:r>
            <a:br/>
            <a:r>
              <a:t> 11 | m12 m13 m15 m14</a:t>
            </a:r>
            <a:br/>
            <a:r>
              <a:t> 10 |  m8  m9 m11 m10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🔥 The 4 Corners Trick: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m_0 (0000), m_2 (0010), m_8 (1000), m_{10} (1010) form a valid group of 4!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Invariant bits: B=0 and D=0 \implies \mathbf{\overline{B} \ \overline{D}}.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Tree Theorems &amp; Formulas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 Golden Formulas for Strictly Binary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In any tree where every node has either 0 or 2 children: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Leaves vs. Internals: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\mathbf{L = I + 1}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Total Nodes (N):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\mathbf{N = 2I + 1 = 2L - 1}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Maximum Nodes for Height h: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\mathbf{N_{max} = 2^{h+1} - 1}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Contest Speed Trick: If a problem says "strictly binary tree with 50 leaves", instantly internal nodes I = 49 and total nodes N = 99!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