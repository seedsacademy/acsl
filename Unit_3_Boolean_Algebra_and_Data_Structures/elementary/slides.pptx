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3: Elementary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Boolean Logic &amp; Binary Search Trees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Unit 3 Elementary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True, False, NOT, AND, OR &amp; Truth Tables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Evaluating Compound Boolean Expressions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Intro to Binary Search Trees (BST Rules)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Logic in Pseudocode &amp; Contest 3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3 Logic 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Truth Tables: NOT, AND, 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A    B    \text{NOT } A    A \text{ AND } B (A \cdot B)    A \text{ OR } B (A + B)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0    0    1    0    0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0    1    1    0    1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1    0    0    0    1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1    1    0    1    1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NOT: The opposite flipper!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AND: Both must be 1.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OR: At least one must be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3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Binary Search Trees (BST)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3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BST Golden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When inserting a new node: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If Smaller than current node \rightarrow go LEFT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If Larger than current node \rightarrow go RIGHT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Insert [50, 30, 70, 20, 40]</a:t>
            </a:r>
            <a:br/>
            <a:r>
              <a:t>         50 (Root)</a:t>
            </a:r>
            <a:br/>
            <a:r>
              <a:t>       /    \</a:t>
            </a:r>
            <a:br/>
            <a:r>
              <a:t>     30      70</a:t>
            </a:r>
            <a:br/>
            <a:r>
              <a:t>    /  \</a:t>
            </a:r>
            <a:br/>
            <a:r>
              <a:t>  20    40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Root: 50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Leaves: 20, 40, 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