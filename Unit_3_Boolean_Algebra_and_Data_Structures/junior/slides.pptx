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3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3: Junior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Boolean Laws, Stacks, Queues &amp; BST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3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Junior Syllabus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Boolean Laws, De Morgan's &amp; Factoring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Boolean Simplification &amp; 3-Variable Truth Sets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Stacks, Queues &amp; Binary Search Tree Traversals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Pseudocode Data Structures &amp; Contest 3 Mock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3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The Essential Boolean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3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Must-Memorize Boolean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De Morgan's: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\overline{A \cdot B} = \overline{A} + \overline{B} \quad \text{and} \quad \overline{A + B} = \overline{A} \cdot \overline{B}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Absorption: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A + A B = A \quad \text{and} \quad A(A + B) = A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\mathbf{A + \overline{A} B = A + B}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The Secret Distributive Law: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\mathbf{A + B C = (A + B)(A + C)}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3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3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BST Traversals: Inorder, Preorder, Postorder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3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 Ways to Traverse a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         F</a:t>
            </a:r>
            <a:br/>
            <a:r>
              <a:t>       /   \</a:t>
            </a:r>
            <a:br/>
            <a:r>
              <a:t>      B     G</a:t>
            </a:r>
            <a:br/>
            <a:r>
              <a:t>     / \     \</a:t>
            </a:r>
            <a:br/>
            <a:r>
              <a:t>    A   D     I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Inorder (Left - Root - Right):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\mathbf{A, B, D, F, G, I} \quad \text{(Always Alphabetical!)}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Preorder (Root - Left - Right):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\mathbf{F, B, A, D, G, I}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Postorder (Left - Right - Root):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\mathbf{A, D, B, I, G, F}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